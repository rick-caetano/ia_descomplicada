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77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124"/>
    <a:srgbClr val="0B1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19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07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930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926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772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65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03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74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87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599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133BC-5B53-4863-818F-7A36DC9BD653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9DA59-075A-4350-885C-CFC763897F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73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adescomplicada.vercel.app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832" y="-168812"/>
            <a:ext cx="15748722" cy="704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7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6405" y="0"/>
            <a:ext cx="15444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9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9822" y="98474"/>
            <a:ext cx="146437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2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8392" y="0"/>
            <a:ext cx="15188784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5992" y="152400"/>
            <a:ext cx="151887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52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832" y="0"/>
            <a:ext cx="153396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3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1576" y="0"/>
            <a:ext cx="15275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3375" y="0"/>
            <a:ext cx="152387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2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1576" y="0"/>
            <a:ext cx="15275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59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8520" y="0"/>
            <a:ext cx="15289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52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9821" y="0"/>
            <a:ext cx="15291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1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3375" y="0"/>
            <a:ext cx="152387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90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0706" y="0"/>
            <a:ext cx="15413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97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30277" y="0"/>
            <a:ext cx="15252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55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3375" y="0"/>
            <a:ext cx="152387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12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5488" y="0"/>
            <a:ext cx="15302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17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9315" y="0"/>
            <a:ext cx="15390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90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55488" y="0"/>
            <a:ext cx="15302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941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9821" y="0"/>
            <a:ext cx="15291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113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833" y="-2880"/>
            <a:ext cx="15346103" cy="686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63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85077" y="0"/>
            <a:ext cx="15526898" cy="696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51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7446" y="0"/>
            <a:ext cx="15282306" cy="686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14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72849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</a:rPr>
              <a:t>ESPAÇO CRIADO PARA O PRIMEIRO CONTATO COM INTELIGÊNCIA ARTIFICAL</a:t>
            </a:r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231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476"/>
            <a:ext cx="12192000" cy="537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51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001"/>
            <a:ext cx="12192000" cy="540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31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8485" y="-126609"/>
            <a:ext cx="15561510" cy="6858000"/>
          </a:xfrm>
          <a:prstGeom prst="rect">
            <a:avLst/>
          </a:prstGeom>
        </p:spPr>
      </p:pic>
      <p:sp>
        <p:nvSpPr>
          <p:cNvPr id="4" name="Título 2"/>
          <p:cNvSpPr>
            <a:spLocks noGrp="1"/>
          </p:cNvSpPr>
          <p:nvPr>
            <p:ph type="ctrTitle"/>
          </p:nvPr>
        </p:nvSpPr>
        <p:spPr>
          <a:xfrm>
            <a:off x="1900310" y="4853355"/>
            <a:ext cx="8503920" cy="1399808"/>
          </a:xfrm>
          <a:solidFill>
            <a:srgbClr val="202124"/>
          </a:solidFill>
          <a:effectLst>
            <a:softEdge rad="31750"/>
          </a:effectLst>
        </p:spPr>
        <p:txBody>
          <a:bodyPr anchor="ctr">
            <a:noAutofit/>
          </a:bodyPr>
          <a:lstStyle/>
          <a:p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Acesse o projeto completo em: </a:t>
            </a:r>
            <a:r>
              <a:rPr lang="pt-BR" sz="3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https://iadescomplicada.vercel.app/</a:t>
            </a:r>
            <a:endParaRPr lang="pt-BR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3349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</Words>
  <Application>Microsoft Office PowerPoint</Application>
  <PresentationFormat>Widescreen</PresentationFormat>
  <Paragraphs>2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ESPAÇO CRIADO PARA O PRIMEIRO CONTATO COM INTELIGÊNCIA ARTIFICAL</vt:lpstr>
      <vt:lpstr>Apresentação do PowerPoint</vt:lpstr>
      <vt:lpstr>Apresentação do PowerPoint</vt:lpstr>
      <vt:lpstr>Acesse o projeto completo em: https://iadescomplicada.vercel.app/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Conta da Microsoft</dc:creator>
  <cp:lastModifiedBy>Conta da Microsoft</cp:lastModifiedBy>
  <cp:revision>5</cp:revision>
  <dcterms:created xsi:type="dcterms:W3CDTF">2025-11-03T23:31:03Z</dcterms:created>
  <dcterms:modified xsi:type="dcterms:W3CDTF">2025-11-03T23:56:43Z</dcterms:modified>
</cp:coreProperties>
</file>